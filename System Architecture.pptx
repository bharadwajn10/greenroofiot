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2" autoAdjust="0"/>
    <p:restoredTop sz="94660"/>
  </p:normalViewPr>
  <p:slideViewPr>
    <p:cSldViewPr snapToGrid="0">
      <p:cViewPr>
        <p:scale>
          <a:sx n="92" d="100"/>
          <a:sy n="92" d="100"/>
        </p:scale>
        <p:origin x="446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0655-88C7-9DEF-98F3-4EF904BF5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A37550-FB63-D879-E195-8C3266D55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7A10D-5DE0-C8C0-A94F-32B4C3F8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4E1A-9513-4550-9BEE-F5F3DC6FCF9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7CE03-A148-600F-EB34-96C7AF0D5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D8625-6B9D-6C8C-5F7D-F2F77B61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E7ED-A514-4544-8D28-A5A812C18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270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4325F-535D-9BFA-5F71-2B3483BF7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9E29A-CA83-C65A-F52D-05CCE61C8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17F8C-F2C4-D735-0DC7-C40DAAC15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4E1A-9513-4550-9BEE-F5F3DC6FCF9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E6839-95C3-4E3B-A855-B33767090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7FEC3-594D-0310-7999-DA8CC4B1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E7ED-A514-4544-8D28-A5A812C18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27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CB094-A3DB-9321-77BA-4DB34EFBF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D85FB-F16A-1926-A76A-11B44BA8D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5CD23-FC7B-E324-C0F1-4876E4533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4E1A-9513-4550-9BEE-F5F3DC6FCF9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3ABA4-C04B-02BD-49A6-35D80596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18AF8-A753-3DFA-77AE-195CAE17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E7ED-A514-4544-8D28-A5A812C18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70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D369-A551-4AFF-339E-3DC7A6D43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96857-F876-96F6-2CE7-4A872324F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61079-CE54-E72E-A3BE-6624A59B7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15DBE-84E9-028D-BA59-7DF16CD3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4E1A-9513-4550-9BEE-F5F3DC6FCF9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429F0-03AA-E8AD-E9A9-41F7CE0D1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94876-AA6B-9E9A-9170-7883166D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E7ED-A514-4544-8D28-A5A812C18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71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9D3C-F365-322E-4137-286135E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5F33-A13A-7460-E9C4-0F25309F9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1F1F7-5D2F-E364-6690-93F9D2C10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E35-AEFE-853D-C388-CB5EC54BA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3B076D-97B4-103D-AF24-40CCCC9475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BE957A-76EC-801F-9080-45B7AD201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4E1A-9513-4550-9BEE-F5F3DC6FCF9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EC9F34-F1AB-B6A9-403A-56DA8A324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6C1930-1DF9-F199-F0DF-ED2973BF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E7ED-A514-4544-8D28-A5A812C18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91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F611C-9042-769F-42D2-10BDD811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7BDA4-7ECB-136B-A349-00F5695A8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4E1A-9513-4550-9BEE-F5F3DC6FCF9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70975-8F84-335A-72CE-61DBCD15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55C76-38FC-9513-1C40-8DB28260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E7ED-A514-4544-8D28-A5A812C18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818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62F655-1E91-A058-6EB1-1B82195A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4E1A-9513-4550-9BEE-F5F3DC6FCF9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C511E-164F-DEB2-4C01-FC63A58A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89924-2132-A854-ED9F-2FCDB3E9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E7ED-A514-4544-8D28-A5A812C18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151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FCCA4-79F0-1FA4-26C5-793D37E4B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75AD9-E393-A650-D211-AA60B0E0F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29445-E634-A53D-11C8-51C2C8AB9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D3332-34E8-E001-3EC0-963337C1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4E1A-9513-4550-9BEE-F5F3DC6FCF9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C17C1-E3B3-4B54-43F9-1FA732A01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9110A-F757-6226-5763-5B279576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E7ED-A514-4544-8D28-A5A812C18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C329-0C10-7206-BDF0-2098F3377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EFFA1-18FC-56FA-F7D6-0581DE513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0B655-0850-E022-347E-5FF9622CD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7D0E6-2393-B6BB-E81B-64DBD19FD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4E1A-9513-4550-9BEE-F5F3DC6FCF9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D635A-95A3-B71B-779A-571DD071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0EC45-914D-96AB-67E9-3AAF5D39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E7ED-A514-4544-8D28-A5A812C18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869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A607-22C9-7DDE-15D6-44C50C4C9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E4168-0866-2D8E-D5AD-ED57A2E8A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8105-4C35-27A0-D55F-2B8242F3D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4E1A-9513-4550-9BEE-F5F3DC6FCF9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D1798-2B77-061E-91AE-E817F980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66A58-C7C6-354E-C0D3-D7948BB9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E7ED-A514-4544-8D28-A5A812C18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896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423C5-4A01-58CB-76C9-395D8E83B3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D6FCC-D7CF-10D2-CC9E-B3841EF19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12496-0EFF-E8A1-A33F-457A6D41F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4E1A-9513-4550-9BEE-F5F3DC6FCF9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31613-0445-8222-DEC0-DC24A5CB4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8F5F-BC1A-F5E0-AC97-608639359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E7ED-A514-4544-8D28-A5A812C18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5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C021D2-9C21-2AE0-3097-B7A9965CF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7236E-CEA4-5DB1-7469-2C9379151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F204F-D18D-CF2B-271F-4D39B5AD8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64E1A-9513-4550-9BEE-F5F3DC6FCF94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207CF-E4C0-5DAB-9058-494A3DA7E4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8E99B-B848-C496-9216-7BC3D37D1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18E7ED-A514-4544-8D28-A5A812C18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384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D51C09A9-9D22-BB36-D7A9-C4B6134C42A3}"/>
              </a:ext>
            </a:extLst>
          </p:cNvPr>
          <p:cNvGrpSpPr/>
          <p:nvPr/>
        </p:nvGrpSpPr>
        <p:grpSpPr>
          <a:xfrm>
            <a:off x="82395" y="1632337"/>
            <a:ext cx="3570051" cy="3006383"/>
            <a:chOff x="304129" y="331856"/>
            <a:chExt cx="3570051" cy="300638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B43D9A-4950-23A3-032E-9C66024A1D1E}"/>
                </a:ext>
              </a:extLst>
            </p:cNvPr>
            <p:cNvSpPr>
              <a:spLocks/>
            </p:cNvSpPr>
            <p:nvPr/>
          </p:nvSpPr>
          <p:spPr>
            <a:xfrm>
              <a:off x="304129" y="331856"/>
              <a:ext cx="3570051" cy="30063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2D624E7-D5BD-832F-AD18-F1889018D025}"/>
                </a:ext>
              </a:extLst>
            </p:cNvPr>
            <p:cNvSpPr txBox="1">
              <a:spLocks/>
            </p:cNvSpPr>
            <p:nvPr/>
          </p:nvSpPr>
          <p:spPr>
            <a:xfrm>
              <a:off x="1198047" y="391977"/>
              <a:ext cx="156820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Sensor Input</a:t>
              </a:r>
              <a:endParaRPr lang="en-IN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857848D-5348-05EA-757B-E3FE4A9E3EE1}"/>
                </a:ext>
              </a:extLst>
            </p:cNvPr>
            <p:cNvSpPr>
              <a:spLocks/>
            </p:cNvSpPr>
            <p:nvPr/>
          </p:nvSpPr>
          <p:spPr>
            <a:xfrm>
              <a:off x="362996" y="821430"/>
              <a:ext cx="1670102" cy="69524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Soil Moisture</a:t>
              </a:r>
              <a:endParaRPr lang="en-IN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3B1BD13-6DD7-3801-5037-DDB9FDF74171}"/>
                </a:ext>
              </a:extLst>
            </p:cNvPr>
            <p:cNvSpPr>
              <a:spLocks/>
            </p:cNvSpPr>
            <p:nvPr/>
          </p:nvSpPr>
          <p:spPr>
            <a:xfrm>
              <a:off x="2128937" y="821430"/>
              <a:ext cx="1670102" cy="69524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Surrounding</a:t>
              </a:r>
              <a:br>
                <a:rPr lang="en-US" dirty="0"/>
              </a:br>
              <a:r>
                <a:rPr lang="en-US" dirty="0"/>
                <a:t>Temperature</a:t>
              </a:r>
              <a:endParaRPr lang="en-IN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821B059-3ADC-8393-B62F-3449F8E8EF4D}"/>
                </a:ext>
              </a:extLst>
            </p:cNvPr>
            <p:cNvSpPr>
              <a:spLocks/>
            </p:cNvSpPr>
            <p:nvPr/>
          </p:nvSpPr>
          <p:spPr>
            <a:xfrm>
              <a:off x="382080" y="1688479"/>
              <a:ext cx="1670102" cy="69524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ph</a:t>
              </a:r>
              <a:r>
                <a:rPr lang="en-US" dirty="0"/>
                <a:t> Value</a:t>
              </a:r>
              <a:endParaRPr lang="en-IN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F2A5F5F-62A1-F5EA-3AAA-657E727F3765}"/>
                </a:ext>
              </a:extLst>
            </p:cNvPr>
            <p:cNvSpPr>
              <a:spLocks/>
            </p:cNvSpPr>
            <p:nvPr/>
          </p:nvSpPr>
          <p:spPr>
            <a:xfrm>
              <a:off x="2129567" y="1688479"/>
              <a:ext cx="1670102" cy="69524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Atmospheric</a:t>
              </a:r>
              <a:br>
                <a:rPr lang="en-US" dirty="0"/>
              </a:br>
              <a:r>
                <a:rPr lang="en-US" dirty="0"/>
                <a:t>Pressure</a:t>
              </a:r>
              <a:endParaRPr lang="en-IN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DE4F654-1333-FEBA-65B5-977162E733C5}"/>
                </a:ext>
              </a:extLst>
            </p:cNvPr>
            <p:cNvSpPr>
              <a:spLocks/>
            </p:cNvSpPr>
            <p:nvPr/>
          </p:nvSpPr>
          <p:spPr>
            <a:xfrm>
              <a:off x="1293886" y="2456147"/>
              <a:ext cx="1670102" cy="69524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Atmospheric</a:t>
              </a:r>
              <a:br>
                <a:rPr lang="en-US" dirty="0"/>
              </a:br>
              <a:r>
                <a:rPr lang="en-US" dirty="0"/>
                <a:t>Humidity</a:t>
              </a:r>
              <a:endParaRPr lang="en-IN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0854E1-33C5-C5FF-F967-846F86434164}"/>
              </a:ext>
            </a:extLst>
          </p:cNvPr>
          <p:cNvGrpSpPr/>
          <p:nvPr/>
        </p:nvGrpSpPr>
        <p:grpSpPr>
          <a:xfrm>
            <a:off x="8045107" y="1368879"/>
            <a:ext cx="3958935" cy="3533297"/>
            <a:chOff x="7138503" y="1315072"/>
            <a:chExt cx="4059367" cy="40571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19D6C7-44DC-C18F-303F-2D642E2164AE}"/>
                </a:ext>
              </a:extLst>
            </p:cNvPr>
            <p:cNvSpPr/>
            <p:nvPr/>
          </p:nvSpPr>
          <p:spPr>
            <a:xfrm>
              <a:off x="7138503" y="1315072"/>
              <a:ext cx="4059367" cy="405715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A67D957-3119-A213-0BE1-BD570E449214}"/>
                </a:ext>
              </a:extLst>
            </p:cNvPr>
            <p:cNvGrpSpPr/>
            <p:nvPr/>
          </p:nvGrpSpPr>
          <p:grpSpPr>
            <a:xfrm>
              <a:off x="7299177" y="2224877"/>
              <a:ext cx="3792496" cy="3006383"/>
              <a:chOff x="4179699" y="1124808"/>
              <a:chExt cx="6268329" cy="5330615"/>
            </a:xfrm>
          </p:grpSpPr>
          <p:pic>
            <p:nvPicPr>
              <p:cNvPr id="1028" name="Picture 4" descr="Buy Laptop 14 inch online at best rates in India | L&amp;T-SuFin">
                <a:extLst>
                  <a:ext uri="{FF2B5EF4-FFF2-40B4-BE49-F238E27FC236}">
                    <a16:creationId xmlns:a16="http://schemas.microsoft.com/office/drawing/2014/main" id="{7A066CA7-DF1A-D06C-60DD-DCA7329B62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53" t="8870" r="4445" b="13402"/>
              <a:stretch>
                <a:fillRect/>
              </a:stretch>
            </p:blipFill>
            <p:spPr bwMode="auto">
              <a:xfrm>
                <a:off x="4179699" y="1124808"/>
                <a:ext cx="6268329" cy="53306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0178110C-FC45-A953-24F6-8DE1ECB867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7085" r="9029" b="8892"/>
              <a:stretch>
                <a:fillRect/>
              </a:stretch>
            </p:blipFill>
            <p:spPr>
              <a:xfrm>
                <a:off x="5050129" y="1516677"/>
                <a:ext cx="4625318" cy="2781786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62E7838-1D31-CEA6-E432-7D6DA0668BB3}"/>
                </a:ext>
              </a:extLst>
            </p:cNvPr>
            <p:cNvSpPr txBox="1"/>
            <p:nvPr/>
          </p:nvSpPr>
          <p:spPr>
            <a:xfrm>
              <a:off x="8054552" y="1485769"/>
              <a:ext cx="2927759" cy="4240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 : User Interface</a:t>
              </a:r>
              <a:endParaRPr lang="en-IN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D2F230B-8CCC-CA81-1355-0530E3F69F97}"/>
              </a:ext>
            </a:extLst>
          </p:cNvPr>
          <p:cNvGrpSpPr/>
          <p:nvPr/>
        </p:nvGrpSpPr>
        <p:grpSpPr>
          <a:xfrm>
            <a:off x="4020718" y="1287274"/>
            <a:ext cx="3570051" cy="3696510"/>
            <a:chOff x="4086644" y="1276386"/>
            <a:chExt cx="3570051" cy="369651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B46914C-151A-E44C-81F7-75F26B4CF880}"/>
                </a:ext>
              </a:extLst>
            </p:cNvPr>
            <p:cNvSpPr/>
            <p:nvPr/>
          </p:nvSpPr>
          <p:spPr>
            <a:xfrm>
              <a:off x="4086644" y="1276386"/>
              <a:ext cx="3570051" cy="36965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FFE2ECE-B745-251A-0A4F-4CB9A601CDD5}"/>
                </a:ext>
              </a:extLst>
            </p:cNvPr>
            <p:cNvSpPr txBox="1"/>
            <p:nvPr/>
          </p:nvSpPr>
          <p:spPr>
            <a:xfrm>
              <a:off x="4339855" y="1537520"/>
              <a:ext cx="306363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IoT Architecture Flow</a:t>
              </a:r>
              <a:endParaRPr lang="en-IN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6438DA3C-D72F-0B2B-3CF8-5ECE33BAC856}"/>
                </a:ext>
              </a:extLst>
            </p:cNvPr>
            <p:cNvSpPr/>
            <p:nvPr/>
          </p:nvSpPr>
          <p:spPr>
            <a:xfrm>
              <a:off x="4754195" y="3183388"/>
              <a:ext cx="1998134" cy="61806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Web Server</a:t>
              </a:r>
              <a:endParaRPr lang="en-IN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9EE4C33-227A-D5CA-F876-3573A0DA43A5}"/>
                </a:ext>
              </a:extLst>
            </p:cNvPr>
            <p:cNvSpPr/>
            <p:nvPr/>
          </p:nvSpPr>
          <p:spPr>
            <a:xfrm>
              <a:off x="4754195" y="4078683"/>
              <a:ext cx="1998134" cy="61806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Safe Data Logging &amp; Storage</a:t>
              </a:r>
              <a:endParaRPr lang="en-IN" dirty="0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1A27F81-DF16-8225-1775-CB9E989F7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6775" y="2078224"/>
              <a:ext cx="693951" cy="618067"/>
            </a:xfrm>
            <a:prstGeom prst="rect">
              <a:avLst/>
            </a:prstGeom>
          </p:spPr>
        </p:pic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F3F53A25-AA5F-4EC2-F569-E490F613E18C}"/>
                </a:ext>
              </a:extLst>
            </p:cNvPr>
            <p:cNvCxnSpPr>
              <a:cxnSpLocks/>
            </p:cNvCxnSpPr>
            <p:nvPr/>
          </p:nvCxnSpPr>
          <p:spPr>
            <a:xfrm>
              <a:off x="5811686" y="2721795"/>
              <a:ext cx="0" cy="3657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41A968F-F269-D33A-D11F-18B00A221095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30" y="3712923"/>
              <a:ext cx="0" cy="3657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B166C04-A611-E1B4-F97E-096D3954F994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652446" y="3135529"/>
            <a:ext cx="3682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455F191-F086-06E6-AD60-025F2877E095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7590769" y="3135528"/>
            <a:ext cx="45433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29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BHARADWAJ N</dc:creator>
  <cp:lastModifiedBy>BHARADWAJ N</cp:lastModifiedBy>
  <cp:revision>1</cp:revision>
  <dcterms:created xsi:type="dcterms:W3CDTF">2026-04-21T03:42:20Z</dcterms:created>
  <dcterms:modified xsi:type="dcterms:W3CDTF">2026-04-21T04:31:41Z</dcterms:modified>
</cp:coreProperties>
</file>